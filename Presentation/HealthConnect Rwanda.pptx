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HealthConnect Rwanda, the AnalystLab Africa Week 6 Machine Learning Engineering project. The purpose is to explore what the supplied healthcare data can support, and to be explicit about what it cannot. Everything in this deck is exploratory analysis, not a validated clinical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healthcare datasets were enough to build exploratory baselines for satisfaction, a severity-based risk proxy, claims status, billing and length of stay, plus clustering. Three limitations shape everything that follows: linkage across datasets is not confirmed, verified clinical labels are missing, and some field definitions are not fully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data preparation, baseline modeling, evaluation, clustering, explainability and anomaly review. Blue steps are supervised modeling; teal steps are descriptive and interpretive. Metrics are on held-out test data, and all models are exploratory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satisfaction: test accuracy 37.78%, macro F1 0.3635. High-risk severity proxy: test accuracy 50.20%, macro F1 0.4742. The risk target is a proxy built from severity, not a verified clinical label, so these numbers say nothing about real clinical risk prediction. Both are exploratory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Approved vs Pending: accuracy approximately 50.02% and ROC-AUC approximately 0.50, which is chance-level ranking. Billing: MAE approximately RWF 70,207, R² of −0.0023. Length of stay: MAE approximately 2.47 days, R² of −0.1554. An R² at or below zero means the model does no better than predicting the average. None of these models is suitable for insurance, billing or clinical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patient clusters and three exploratory facility clusters were found without labels. Fill in the bracketed placeholders with cluster sizes and defining traits from the clustering notebook. Patient clusters are for generating hypotheses, not for diagnosis or risk tiers. Facility clusters are descriptive groupings only: they are not adjusted for patient mix or size, and must not be read as a performance or quality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and SHAP were used to inspect what each model relied on. Because several models show near-chance performance, their importance rankings should not be over-read. Neither method establishes causation. The anomaly review flags statistically unusual records only; a flag is a prompt for human review and is never evidence of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limits to state plainly: verified labels are missing, relationships in the data are weak, health data is sensitive and needs privacy protection, bias across patient groups and facilities has not been assessed, outputs need human oversight, and there has been no clinical validation. The models are exploratory baselines and are not suitable for clinical, insurance or billing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design, not a deployed system. Records would flow from the Hospital Information System through a FastAPI service, then validation and preprocessing, model serving and explanations, into a dashboard and a human review step. Monitoring would cover data drift, model performance, audit logs and bias checks. Nothing shown here has been built, deployed or validated, and no current model is suitable for this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where things stand: the claims, billing and length-of-stay models show no signal beyond trivial baselines, and the satisfaction and proxy-risk results are modest and unvalidated. Next steps are to improve data quality and obtain verified labels, reassess models against baselines, and complete appropriate validation before any deployment. Until then, these are exploratory baselines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AnalystLab Africa · Week 6 · Machine Learning Engineering HealthConnect Rwanda AI-Powered Clinical Risk Prediction and Healthcare Intelligence System Objective: explore whether the supplied healthcare data can support risk prediction and operational insight, and document clearly what it can and cannot support today. Exploratory analysis · Not a validated clinical applicat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02 · Data Data and readiness Supplied datasets support six exploratory tasks Satisfaction Severity proxy Claims status Billing Length of stay Clustering  Data linkage Records across datasets are not confirmed to join reliably at patient level.  Labels No verified clinical outcome labels; the risk target is a proxy.  Field definitions Meanings, units and coding of some fields are not fully documented. Readiness: sufficient for exploratory baselines, not for validated clinical models. HealthConnect Rwanda · AnalystLab Africa Week 6 02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03 · Method Machine learning workflow 1 Data preparation Clean, encode and split the supplied datasets for each task. 2 Baseline modeling Baseline models for each prediction task. 3 Evaluation Accuracy, macro F1, ROC-AUC, MAE and R² on held-out test data. 4 Clustering Patient and facility groupings found without labels. 5 Explainability Permutation importance and SHAP to inspect model behavior. 6 Anomaly review Flag unusual records for human review, not for decisions. All metrics come from held-out test data. Models are exploratory baselines, not validated tools. HealthConnect Rwanda · AnalystLab Africa Week 6 03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04 · Classification Patient satisfaction and high-risk proxy Patient satisfaction Exploratory baseline Test accuracy 37.78% Macro F1 0.3635 Modest performance. Treat as an exploratory baseline, not a reliable predictor of patient experience. High-risk severity proxy Proxy target · not a verified label Test accuracy 50.20% Macro F1 0.4742 Derived from severity, not a verified clinical risk label. These results do not measure real patient risk. Test-set results. Bars use a 0–100% scale, with macro F1 plotted as a share of 1.0. HealthConnect Rwanda · AnalystLab Africa Week 6 04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05 · Claims and regression Claims and regression results Claims: Approved vs Pending Binary classification Accuracy (approx.) 50.02% ROC-AUC (0.50 = chance) ≈ 0.50 ROC-AUC at chance level means the model cannot rank Approved above Pending. The status is an administrative label, not proof of validity or fraud. Regression targets Billing amount RWF 70,207 MAE (approx.) −0.0023 R² Length of stay 2.47 days MAE (approx.) −0.1554 R² −0.20 0 = predicts the mean Negative R² means worse than always predicting the average. HealthConnect Rwanda · AnalystLab Africa Week 6 05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06 · Unsupervised grouping Patient and facility clustering Four patient clusters Patients grouped by similar recorded attributes, without labels. For hypotheses, not diagnosis. Cluster 1 [n patients · key traits] Cluster 2 [n patients · key traits] Cluster 3 [n patients · key traits] Cluster 4 [n patients · key traits] Three facility clusters Exploratory · not a ranking Group A [n facilities · key traits] Group B [n facilities · key traits] Group C [n facilities · key traits] Limits of facility comparisons Groups reflect recorded attributes only; case mix and services may differ. Not adjusted for patient mix, facility size or data-entry practices. Descriptive groups, never quality or performance rankings. HealthConnect Rwanda · AnalystLab Africa Week 6 06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07 · Interpretation Explainability and anomaly review Permutation importance and SHAP Show which inputs each model relied on for its predictions. Rankings are unreliable when a model has little real signal, as in the near-chance models. They describe model behavior, not clinical or causal effects. Anomaly review Flags records that are statistically unusual compared with the rest. Unusual is not wrong: rare valid cases, entry errors and outliers look alike. Each flag needs human review; none proves fraud or misconduct. Importance ≠ causation Importance describes the model, not the patient. Anomaly flag ≠ fraud Flags prioritize review; they do not assign guilt. HealthConnect Rwanda · AnalystLab Africa Week 6 07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08 · Responsible AI Responsible AI and data limitations  Missing labels No verified clinical outcomes; proxy targets stand in for real risk.  Weak relationships Near-chance claims and regression results show little usable signal.  Privacy Health data is sensitive: de-identify, limit access and follow applicable data-protection law.  Bias Performance must be checked across patient groups and facilities before any use.  Human oversight Outputs inform, never replace, clinician and reviewer judgment.  Clinical validation None performed: no prospective or external validation, no evidence of clinical effectiveness. Current models are exploratory baselines and must not inform clinical, insurance or billing decisions. HealthConnect Rwanda · AnalystLab Africa Week 6 08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09 · Proposed design Proposed deployment architecture Presentation Dashboard Risk views for clinicians and managers Human review Reviewer confirms or overrides outputs Service layer FastAPI Entry point Validation &amp; preprocessing Schema checks Model serving Inference Explanations Feature context Source HIS integration Hospital Information System records feed the API Operations Monitoring Data drift · model performance · audit logs · bias checks Proposed only. Dashed outlines mark components that have not been built, deployed or validated. HealthConnect Rwanda · AnalystLab Africa Week 6 09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10 · Path forward Conclusion and next steps Where we stand Claims, billing and stay models show no signal beyond baselines. Satisfaction and proxy-risk results are modest and unvalidated. Clusters and explanations describe patterns, not causes. 1 Improve data quality and verified labels Confirm data linkage and definitions; secure verified labels. 2 Reassess models against baselines Benchmark against trivial and simple models first. 3 Validate before any deployment Complete appropriate clinical and governance validation first. Current models are exploratory baselines, not suitable for clinical, insurance or billing decisions. HealthConnect Rwanda · AnalystLab Africa Week 6 10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HealthConnect Rwanda</dc:title>
  <dc:subject/>
  <dc:creator/>
  <cp:lastModifiedBy/>
  <cp:revision>1</cp:revision>
  <dcterms:created xsi:type="dcterms:W3CDTF">2026-10-25T10:30:20Z</dcterms:created>
  <dcterms:modified xsi:type="dcterms:W3CDTF">2026-10-25T10:30:20Z</dcterms:modified>
</cp:coreProperties>
</file>